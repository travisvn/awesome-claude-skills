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40" y="-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heem" userId="bdd5d8db-2222-40c8-ac8e-420fafcb27ef" providerId="ADAL" clId="{FEE85444-1722-4772-98C8-F184961D1B3F}"/>
    <pc:docChg chg="modSld">
      <pc:chgData name="Mohammed Faheem" userId="bdd5d8db-2222-40c8-ac8e-420fafcb27ef" providerId="ADAL" clId="{FEE85444-1722-4772-98C8-F184961D1B3F}" dt="2026-07-28T13:47:31.513" v="0" actId="1076"/>
      <pc:docMkLst>
        <pc:docMk/>
      </pc:docMkLst>
      <pc:sldChg chg="modSp mod">
        <pc:chgData name="Mohammed Faheem" userId="bdd5d8db-2222-40c8-ac8e-420fafcb27ef" providerId="ADAL" clId="{FEE85444-1722-4772-98C8-F184961D1B3F}" dt="2026-07-28T13:47:31.513" v="0" actId="1076"/>
        <pc:sldMkLst>
          <pc:docMk/>
          <pc:sldMk cId="0" sldId="259"/>
        </pc:sldMkLst>
        <pc:spChg chg="mod">
          <ac:chgData name="Mohammed Faheem" userId="bdd5d8db-2222-40c8-ac8e-420fafcb27ef" providerId="ADAL" clId="{FEE85444-1722-4772-98C8-F184961D1B3F}" dt="2026-07-28T13:47:31.513" v="0" actId="1076"/>
          <ac:spMkLst>
            <pc:docMk/>
            <pc:sldMk cId="0" sldId="259"/>
            <ac:spMk id="1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9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RECTIFICATION OF TWY E BETWEEN E4 &amp; E6 (ADIA)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AT THREE (3) MILLING LOCATIONS — FIELD CONDITION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[XXX-ELE-SHD-1001 / 1002 / 1003]  ·  Revision P05 (EDITABLE ISSUE)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413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54132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verification sheets: Document_3 (LOC-01) · Second_milling_area rev _1 (LOC-02/03)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7863840"/>
            <a:ext cx="1325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VERSION — every symbol, polygon, label, note and legend entry on the drawing sheets is a native PowerPoint shape. Click any element to move, restyle or retype it, then export to PDF for issue.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[XXX-ELE-SHD-1001]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51025" y="777240"/>
            <a:ext cx="166132" cy="134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157" y="911348"/>
            <a:ext cx="522676" cy="41748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39833" y="1328834"/>
            <a:ext cx="2059" cy="16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1892" y="1330519"/>
            <a:ext cx="521647" cy="41889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63539" y="1749409"/>
            <a:ext cx="523612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87151" y="2170170"/>
            <a:ext cx="522021" cy="419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9173" y="2589247"/>
            <a:ext cx="523987" cy="42066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3159" y="3009915"/>
            <a:ext cx="522957" cy="4196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6117" y="3429554"/>
            <a:ext cx="566381" cy="455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2497" y="3884661"/>
            <a:ext cx="522957" cy="413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5455" y="4298123"/>
            <a:ext cx="11885" cy="954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57340" y="4307669"/>
            <a:ext cx="544950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02290" y="4751266"/>
            <a:ext cx="76927" cy="69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9217" y="4820332"/>
            <a:ext cx="69909" cy="76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49126" y="4896417"/>
            <a:ext cx="62328" cy="823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1454" y="4978773"/>
            <a:ext cx="21244" cy="345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32698" y="5013306"/>
            <a:ext cx="43237" cy="151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5935" y="5028467"/>
            <a:ext cx="96580" cy="4492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2515" y="5073388"/>
            <a:ext cx="91620" cy="5428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4136" y="5127667"/>
            <a:ext cx="85818" cy="63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49954" y="5190744"/>
            <a:ext cx="544856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4810" y="5634341"/>
            <a:ext cx="79174" cy="712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73984" y="5705559"/>
            <a:ext cx="71780" cy="787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5764" y="5784359"/>
            <a:ext cx="63545" cy="854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09309" y="5869802"/>
            <a:ext cx="14225" cy="236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67403" y="7240459"/>
            <a:ext cx="91340" cy="74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58743" y="7247946"/>
            <a:ext cx="105003" cy="192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63746" y="7267225"/>
            <a:ext cx="338968" cy="79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06522" y="10155469"/>
            <a:ext cx="19907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2846" y="3168387"/>
            <a:ext cx="322871" cy="25929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5717" y="3427682"/>
            <a:ext cx="523706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39423" y="3848444"/>
            <a:ext cx="522302" cy="41935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61725" y="4267802"/>
            <a:ext cx="524174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385899" y="4688563"/>
            <a:ext cx="522676" cy="41954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08575" y="5108108"/>
            <a:ext cx="569001" cy="4571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77577" y="5565274"/>
            <a:ext cx="6551" cy="5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84128" y="5570515"/>
            <a:ext cx="520243" cy="411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004371" y="5981825"/>
            <a:ext cx="8891" cy="72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13261" y="5989031"/>
            <a:ext cx="6457" cy="322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19719" y="6021318"/>
            <a:ext cx="31070" cy="1021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50789" y="6123420"/>
            <a:ext cx="41084" cy="984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091874" y="6221872"/>
            <a:ext cx="50723" cy="93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142597" y="6315832"/>
            <a:ext cx="59708" cy="884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202305" y="6404271"/>
            <a:ext cx="421229" cy="56188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23534" y="6966160"/>
            <a:ext cx="65884" cy="796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89419" y="7045801"/>
            <a:ext cx="73184" cy="729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62603" y="7118704"/>
            <a:ext cx="58398" cy="47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21000" y="7166620"/>
            <a:ext cx="16845" cy="649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37846" y="7231569"/>
            <a:ext cx="37247" cy="1008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75093" y="7332454"/>
            <a:ext cx="47074" cy="966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922166" y="7429128"/>
            <a:ext cx="318940" cy="5791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241107" y="8008237"/>
            <a:ext cx="253711" cy="5578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94818" y="8566102"/>
            <a:ext cx="200929" cy="56516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95746" y="9131266"/>
            <a:ext cx="186423" cy="60999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882169" y="9741258"/>
            <a:ext cx="122674" cy="591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V="1">
            <a:off x="9050973" y="10155469"/>
            <a:ext cx="15554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080275" y="7171861"/>
            <a:ext cx="87128" cy="6859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969095" y="7104386"/>
            <a:ext cx="111180" cy="6747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84177" y="6901305"/>
            <a:ext cx="384918" cy="20308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081341" y="6499167"/>
            <a:ext cx="502836" cy="4021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075913" y="6494862"/>
            <a:ext cx="5428" cy="4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524318" y="6059594"/>
            <a:ext cx="551594" cy="435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92846" y="1790079"/>
            <a:ext cx="475228" cy="37962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68075" y="2169702"/>
            <a:ext cx="521647" cy="4188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489722" y="2588592"/>
            <a:ext cx="523519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013240" y="3009260"/>
            <a:ext cx="522209" cy="41926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35449" y="3428524"/>
            <a:ext cx="524080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059529" y="3849192"/>
            <a:ext cx="522957" cy="4197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582486" y="4268925"/>
            <a:ext cx="569189" cy="45735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151675" y="4726278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151675" y="4726278"/>
            <a:ext cx="526233" cy="4160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677908" y="5142360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77908" y="5142360"/>
            <a:ext cx="544950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V="1">
            <a:off x="5063387" y="5585957"/>
            <a:ext cx="159470" cy="172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063387" y="5758716"/>
            <a:ext cx="421229" cy="56188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flipV="1">
            <a:off x="5484617" y="6025342"/>
            <a:ext cx="285811" cy="2952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770428" y="6025342"/>
            <a:ext cx="544856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V="1">
            <a:off x="5864856" y="6468938"/>
            <a:ext cx="450428" cy="4409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864856" y="6909915"/>
            <a:ext cx="338874" cy="6152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03730" y="7525147"/>
            <a:ext cx="289741" cy="63722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493471" y="8162373"/>
            <a:ext cx="224419" cy="63114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717890" y="8793515"/>
            <a:ext cx="208041" cy="68064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925931" y="9474164"/>
            <a:ext cx="140847" cy="67924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066778" y="10153410"/>
            <a:ext cx="25992" cy="1793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V="1">
            <a:off x="7619078" y="8630957"/>
            <a:ext cx="1493390" cy="17017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112469" y="8630957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flipV="1">
            <a:off x="9112469" y="8314918"/>
            <a:ext cx="5147" cy="31603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117616" y="8314918"/>
            <a:ext cx="585098" cy="13744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466914" y="8056246"/>
            <a:ext cx="1235800" cy="110008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952847" y="7785035"/>
            <a:ext cx="514067" cy="2712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918314" y="7746852"/>
            <a:ext cx="34533" cy="3818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409208" y="7339754"/>
            <a:ext cx="509107" cy="40709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7613" y="6904487"/>
            <a:ext cx="551594" cy="4352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4384516" y="3796691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 flipV="1">
            <a:off x="4208762" y="4015681"/>
            <a:ext cx="175754" cy="21908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4032914" y="423476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 flipV="1">
            <a:off x="3857067" y="445375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 flipV="1">
            <a:off x="3681313" y="4672747"/>
            <a:ext cx="175754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 flipV="1">
            <a:off x="3505465" y="4891738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flipV="1">
            <a:off x="3334952" y="5110728"/>
            <a:ext cx="170513" cy="217587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 flipV="1">
            <a:off x="4133238" y="7525147"/>
            <a:ext cx="2070491" cy="49993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22857" y="3169760"/>
            <a:ext cx="18436" cy="24161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067728" y="7959572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2019978" y="531310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5325521" y="299452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4217466" y="78498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8586891" y="550786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 flipV="1">
            <a:off x="3152928" y="3693559"/>
            <a:ext cx="1116291" cy="124366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269219" y="3693559"/>
            <a:ext cx="338406" cy="30377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 flipV="1">
            <a:off x="3491334" y="3997339"/>
            <a:ext cx="1116291" cy="124356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3152928" y="4937220"/>
            <a:ext cx="338406" cy="30368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 flipV="1">
            <a:off x="3484128" y="4649912"/>
            <a:ext cx="522115" cy="58172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006243" y="4649912"/>
            <a:ext cx="2822921" cy="25339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 flipV="1">
            <a:off x="6307048" y="7183840"/>
            <a:ext cx="522115" cy="581635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3484128" y="5231641"/>
            <a:ext cx="2822921" cy="253383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1891779" y="3419239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(425.3 m² TOTAL)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4207951" y="69086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305410" y="58251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4297399" y="682752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RRM.282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3394858" y="57439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RRM.539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9107801" y="8556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3395139" y="5217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SBC102.02.027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9172656" y="852058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9177803" y="820454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2888185" y="7062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HH.E6.040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9091423" y="46379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262" name="Text 260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263" name="Text 261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264" name="Text 262"/>
          <p:cNvSpPr/>
          <p:nvPr/>
        </p:nvSpPr>
        <p:spPr>
          <a:xfrm>
            <a:off x="9376392" y="61846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5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268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274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277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Text 280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283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286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89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292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Text 295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3229796" y="5223159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3280088" y="52734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ext 298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4001317" y="4627205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4051609" y="4677497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Text 301"/>
          <p:cNvSpPr/>
          <p:nvPr/>
        </p:nvSpPr>
        <p:spPr>
          <a:xfrm>
            <a:off x="4225345" y="451290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TCCECH-03/035</a:t>
            </a:r>
            <a:endParaRPr lang="en-US" sz="650" dirty="0"/>
          </a:p>
        </p:txBody>
      </p:sp>
      <p:sp>
        <p:nvSpPr>
          <p:cNvPr id="304" name="Shape 302"/>
          <p:cNvSpPr/>
          <p:nvPr/>
        </p:nvSpPr>
        <p:spPr>
          <a:xfrm>
            <a:off x="4046519" y="462112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4096811" y="467141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04"/>
          <p:cNvSpPr/>
          <p:nvPr/>
        </p:nvSpPr>
        <p:spPr>
          <a:xfrm>
            <a:off x="4270547" y="450682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TCCECH-03/018</a:t>
            </a:r>
            <a:endParaRPr lang="en-US" sz="650" dirty="0"/>
          </a:p>
        </p:txBody>
      </p:sp>
      <p:sp>
        <p:nvSpPr>
          <p:cNvPr id="307" name="Shape 305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Text 306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309" name="Shape 307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Text 308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P05 (EDITABLE)</a:t>
            </a:r>
            <a:endParaRPr lang="en-US" sz="1250" dirty="0"/>
          </a:p>
        </p:txBody>
      </p:sp>
      <p:sp>
        <p:nvSpPr>
          <p:cNvPr id="311" name="Text 309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— FIELD CONDITION GOVERNS</a:t>
            </a:r>
            <a:endParaRPr lang="en-US" sz="800" dirty="0"/>
          </a:p>
        </p:txBody>
      </p:sp>
      <p:sp>
        <p:nvSpPr>
          <p:cNvPr id="312" name="Text 310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13" name="Shape 311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Text 312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5" name="Text 313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SHALLOW BASE + NEW CABLE: 11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DUCT (6): SBC102-02/024, 01/027, 02/025, 01/028, 02/026, 01/029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SAWCUT (5): TCCECH-04/034, 03/036, 04/035, 03/037, 04/036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ONLY: 3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SBC102-02/027 (DUCT) · TCCECH-03/035, 03/018 (SAWCUT — bases OK, verify at cut line)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NOT AFFECTED: SBC102-01/026 (no works)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 FITTINGS NOT IN FIELD SCOPE — SHOWN AS EXISTING ONLY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RECORD 23.07.2026: 9 cored + 2 reinstatement already worked</a:t>
            </a:r>
            <a:endParaRPr lang="en-US" sz="760" dirty="0"/>
          </a:p>
        </p:txBody>
      </p:sp>
      <p:sp>
        <p:nvSpPr>
          <p:cNvPr id="316" name="Shape 314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Text 315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8" name="Text 316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9" name="Shape 317"/>
          <p:cNvSpPr/>
          <p:nvPr/>
        </p:nvSpPr>
        <p:spPr>
          <a:xfrm>
            <a:off x="10104120" y="7047281"/>
            <a:ext cx="4709160" cy="39684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Text 318"/>
          <p:cNvSpPr/>
          <p:nvPr/>
        </p:nvSpPr>
        <p:spPr>
          <a:xfrm>
            <a:off x="10241280" y="712043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21" name="Shape 319"/>
          <p:cNvSpPr/>
          <p:nvPr/>
        </p:nvSpPr>
        <p:spPr>
          <a:xfrm>
            <a:off x="10305288" y="744504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351008" y="7490765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Text 321"/>
          <p:cNvSpPr/>
          <p:nvPr/>
        </p:nvSpPr>
        <p:spPr>
          <a:xfrm>
            <a:off x="10616184" y="74313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(DUCT) — outer red / inner blue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305288" y="771936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351008" y="776508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Text 324"/>
          <p:cNvSpPr/>
          <p:nvPr/>
        </p:nvSpPr>
        <p:spPr>
          <a:xfrm>
            <a:off x="10616184" y="77056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327" name="Shape 325"/>
          <p:cNvSpPr/>
          <p:nvPr/>
        </p:nvSpPr>
        <p:spPr>
          <a:xfrm>
            <a:off x="10305288" y="799368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351008" y="803940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10616184" y="79799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305288" y="8268005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351008" y="831372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Text 330"/>
          <p:cNvSpPr/>
          <p:nvPr/>
        </p:nvSpPr>
        <p:spPr>
          <a:xfrm>
            <a:off x="10616184" y="82542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33" name="Shape 331"/>
          <p:cNvSpPr/>
          <p:nvPr/>
        </p:nvSpPr>
        <p:spPr>
          <a:xfrm>
            <a:off x="10305288" y="8542325"/>
            <a:ext cx="192024" cy="192024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Text 332"/>
          <p:cNvSpPr/>
          <p:nvPr/>
        </p:nvSpPr>
        <p:spPr>
          <a:xfrm>
            <a:off x="10616184" y="85286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— NOT AFFECTED (grey)</a:t>
            </a:r>
            <a:endParaRPr lang="en-US" sz="740" dirty="0"/>
          </a:p>
        </p:txBody>
      </p:sp>
      <p:sp>
        <p:nvSpPr>
          <p:cNvPr id="335" name="Shape 333"/>
          <p:cNvSpPr/>
          <p:nvPr/>
        </p:nvSpPr>
        <p:spPr>
          <a:xfrm>
            <a:off x="10351008" y="886693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334"/>
          <p:cNvSpPr/>
          <p:nvPr/>
        </p:nvSpPr>
        <p:spPr>
          <a:xfrm>
            <a:off x="10616184" y="88029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37" name="Shape 335"/>
          <p:cNvSpPr/>
          <p:nvPr/>
        </p:nvSpPr>
        <p:spPr>
          <a:xfrm>
            <a:off x="10268712" y="9186977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8" name="Text 336"/>
          <p:cNvSpPr/>
          <p:nvPr/>
        </p:nvSpPr>
        <p:spPr>
          <a:xfrm>
            <a:off x="10616184" y="90772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339" name="Shape 337"/>
          <p:cNvSpPr/>
          <p:nvPr/>
        </p:nvSpPr>
        <p:spPr>
          <a:xfrm>
            <a:off x="10268712" y="946129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0" name="Text 338"/>
          <p:cNvSpPr/>
          <p:nvPr/>
        </p:nvSpPr>
        <p:spPr>
          <a:xfrm>
            <a:off x="10616184" y="93515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41" name="Shape 339"/>
          <p:cNvSpPr/>
          <p:nvPr/>
        </p:nvSpPr>
        <p:spPr>
          <a:xfrm>
            <a:off x="10268712" y="973561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Text 340"/>
          <p:cNvSpPr/>
          <p:nvPr/>
        </p:nvSpPr>
        <p:spPr>
          <a:xfrm>
            <a:off x="10616184" y="96258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343" name="Shape 341"/>
          <p:cNvSpPr/>
          <p:nvPr/>
        </p:nvSpPr>
        <p:spPr>
          <a:xfrm>
            <a:off x="10268712" y="1000993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44" name="Text 342"/>
          <p:cNvSpPr/>
          <p:nvPr/>
        </p:nvSpPr>
        <p:spPr>
          <a:xfrm>
            <a:off x="10616184" y="99002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45" name="Shape 343"/>
          <p:cNvSpPr/>
          <p:nvPr/>
        </p:nvSpPr>
        <p:spPr>
          <a:xfrm>
            <a:off x="10268712" y="1028425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Text 344"/>
          <p:cNvSpPr/>
          <p:nvPr/>
        </p:nvSpPr>
        <p:spPr>
          <a:xfrm>
            <a:off x="10616184" y="101745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47" name="Shape 345"/>
          <p:cNvSpPr/>
          <p:nvPr/>
        </p:nvSpPr>
        <p:spPr>
          <a:xfrm>
            <a:off x="10268712" y="1055857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Text 346"/>
          <p:cNvSpPr/>
          <p:nvPr/>
        </p:nvSpPr>
        <p:spPr>
          <a:xfrm>
            <a:off x="10616184" y="104488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49" name="Shape 347"/>
          <p:cNvSpPr/>
          <p:nvPr/>
        </p:nvSpPr>
        <p:spPr>
          <a:xfrm>
            <a:off x="10287000" y="10750601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Text 348"/>
          <p:cNvSpPr/>
          <p:nvPr/>
        </p:nvSpPr>
        <p:spPr>
          <a:xfrm>
            <a:off x="10616184" y="107231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[XXX-ELE-SHD-1002]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571627" y="10137349"/>
            <a:ext cx="243215" cy="19537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4963" y="9313422"/>
            <a:ext cx="1026664" cy="82392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17861" y="8488268"/>
            <a:ext cx="1027102" cy="825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93477" y="7665744"/>
            <a:ext cx="1024384" cy="82252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6813" y="6842694"/>
            <a:ext cx="1026664" cy="8230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5936" y="6841993"/>
            <a:ext cx="91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39097" y="6016926"/>
            <a:ext cx="1026839" cy="8250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15064" y="5193701"/>
            <a:ext cx="1024033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89277" y="4371879"/>
            <a:ext cx="1025787" cy="8218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577" y="3590641"/>
            <a:ext cx="973700" cy="7812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07511" y="7740631"/>
            <a:ext cx="972472" cy="78043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80672" y="6915739"/>
            <a:ext cx="1026839" cy="8248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55323" y="6092339"/>
            <a:ext cx="1025349" cy="82340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28747" y="5269377"/>
            <a:ext cx="1026576" cy="8229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2434" y="4444748"/>
            <a:ext cx="1026313" cy="82462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78050" y="3621260"/>
            <a:ext cx="1024384" cy="8234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76734" y="3620208"/>
            <a:ext cx="1315" cy="10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50597" y="2798123"/>
            <a:ext cx="1026138" cy="822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24722" y="1974898"/>
            <a:ext cx="1025875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9198" y="1151146"/>
            <a:ext cx="1025524" cy="823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5577" y="1003267"/>
            <a:ext cx="183621" cy="1478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02989" y="9351041"/>
            <a:ext cx="576994" cy="46351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76149" y="8526939"/>
            <a:ext cx="1026839" cy="82410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9310" y="7702047"/>
            <a:ext cx="1026839" cy="82489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19761" y="3584869"/>
            <a:ext cx="1026488" cy="82234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93361" y="2761293"/>
            <a:ext cx="1026401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5577" y="2297161"/>
            <a:ext cx="577783" cy="4641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3046250" y="2670009"/>
            <a:ext cx="1782193" cy="17372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49310" y="7702047"/>
            <a:ext cx="2630673" cy="1109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flipV="1">
            <a:off x="4070722" y="3729293"/>
            <a:ext cx="1905045" cy="150150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78589" y="401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017137" y="4158882"/>
            <a:ext cx="4380859" cy="351799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 flipV="1">
            <a:off x="7177721" y="7676881"/>
            <a:ext cx="220275" cy="27429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96862" y="4433261"/>
            <a:ext cx="4380859" cy="351791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V="1">
            <a:off x="2796862" y="4158882"/>
            <a:ext cx="220275" cy="27437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9697" y="388456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(257.1 m² TOTAL)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9261112" y="92424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4128845" y="51221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TCCECH.04.007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3104373" y="4298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TCCECH.03.007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5155684" y="594725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TCCECH.03.008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6182699" y="67705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TCCECH.04.008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207433" y="759344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TCCECH.03.009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P05 (EDITABLE)</a:t>
            </a:r>
            <a:endParaRPr lang="en-US" sz="1250" dirty="0"/>
          </a:p>
        </p:txBody>
      </p:sp>
      <p:sp>
        <p:nvSpPr>
          <p:cNvPr id="108" name="Text 106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0104120" y="2057400"/>
            <a:ext cx="4709160" cy="204002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10241280" y="2386584"/>
            <a:ext cx="4434840" cy="165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TCCECH-03/007, 04/007, 03/008, 04/008, 03/009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AT THIS LOCATION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DUCT: CHAINED RUN HH.E.056 → 03/007 → 04/007 → 03/008 → 04/008 → 03/009 → HH.E.054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 SPUR FROM HH.E.055 — INDICATIVE, CONFIRM VS DUCT-LAYOUT CAD (REV B)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113" name="Shape 111"/>
          <p:cNvSpPr/>
          <p:nvPr/>
        </p:nvSpPr>
        <p:spPr>
          <a:xfrm>
            <a:off x="10104120" y="4207154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0241280" y="428030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10241280" y="4536338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10104120" y="6584594"/>
            <a:ext cx="4709160" cy="287121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0241280" y="665774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0305288" y="6982358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0351008" y="702807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10616184" y="69686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10305288" y="7256678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0351008" y="7302398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10616184" y="72429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10351008" y="7581290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10616184" y="75172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126" name="Shape 124"/>
          <p:cNvSpPr/>
          <p:nvPr/>
        </p:nvSpPr>
        <p:spPr>
          <a:xfrm>
            <a:off x="10268712" y="7901330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10616184" y="77916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128" name="Shape 126"/>
          <p:cNvSpPr/>
          <p:nvPr/>
        </p:nvSpPr>
        <p:spPr>
          <a:xfrm>
            <a:off x="10268712" y="8175650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10616184" y="80659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130" name="Shape 128"/>
          <p:cNvSpPr/>
          <p:nvPr/>
        </p:nvSpPr>
        <p:spPr>
          <a:xfrm>
            <a:off x="10268712" y="8449970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10616184" y="83402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132" name="Shape 130"/>
          <p:cNvSpPr/>
          <p:nvPr/>
        </p:nvSpPr>
        <p:spPr>
          <a:xfrm>
            <a:off x="10268712" y="8724290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10616184" y="86145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134" name="Shape 132"/>
          <p:cNvSpPr/>
          <p:nvPr/>
        </p:nvSpPr>
        <p:spPr>
          <a:xfrm>
            <a:off x="10268712" y="8998610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10616184" y="88888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136" name="Shape 134"/>
          <p:cNvSpPr/>
          <p:nvPr/>
        </p:nvSpPr>
        <p:spPr>
          <a:xfrm>
            <a:off x="10287000" y="9190634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10616184" y="91632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[XXX-ELE-SHD-1003]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415709" y="9583565"/>
            <a:ext cx="283772" cy="2279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14605" y="9582661"/>
            <a:ext cx="110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30317" y="9112099"/>
            <a:ext cx="584288" cy="4705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4925" y="8643746"/>
            <a:ext cx="585392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3018" y="8642240"/>
            <a:ext cx="1907" cy="15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6723" y="8171377"/>
            <a:ext cx="586295" cy="4708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69022" y="7703023"/>
            <a:ext cx="587701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62799" y="7698004"/>
            <a:ext cx="6223" cy="50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79013" y="7226138"/>
            <a:ext cx="583786" cy="4718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93521" y="6754572"/>
            <a:ext cx="585492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07928" y="6287523"/>
            <a:ext cx="585593" cy="4670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05419" y="6285515"/>
            <a:ext cx="2509" cy="2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23339" y="5818366"/>
            <a:ext cx="5820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20479" y="5656661"/>
            <a:ext cx="202860" cy="1617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5762" y="5652846"/>
            <a:ext cx="4718" cy="38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43141" y="5433124"/>
            <a:ext cx="272621" cy="21972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34233" y="5383137"/>
            <a:ext cx="108908" cy="499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28136" y="5327629"/>
            <a:ext cx="106097" cy="555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8362" y="5261280"/>
            <a:ext cx="99774" cy="6634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36016" y="5185095"/>
            <a:ext cx="92346" cy="761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52002" y="5099675"/>
            <a:ext cx="84015" cy="8542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40358" y="5085121"/>
            <a:ext cx="11644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65076" y="5068659"/>
            <a:ext cx="75282" cy="16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59782" y="5034933"/>
            <a:ext cx="105294" cy="3372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58202" y="4991269"/>
            <a:ext cx="101580" cy="436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61339" y="4938070"/>
            <a:ext cx="96863" cy="531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69897" y="4875837"/>
            <a:ext cx="91442" cy="622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84878" y="4805172"/>
            <a:ext cx="85018" cy="706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8342" y="4768334"/>
            <a:ext cx="36537" cy="368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67639" y="4756490"/>
            <a:ext cx="80702" cy="118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036" y="4730091"/>
            <a:ext cx="107603" cy="263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5445" y="4693454"/>
            <a:ext cx="104592" cy="3663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4868" y="4646980"/>
            <a:ext cx="100577" cy="464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9210" y="4590970"/>
            <a:ext cx="95658" cy="5601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9374" y="4526128"/>
            <a:ext cx="89836" cy="6484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5145" y="4496115"/>
            <a:ext cx="34228" cy="300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6300" y="4494810"/>
            <a:ext cx="38845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5284" y="4480256"/>
            <a:ext cx="111016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4465190"/>
            <a:ext cx="65244" cy="15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862125" y="7784127"/>
            <a:ext cx="1013395" cy="814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76834" y="7312762"/>
            <a:ext cx="585292" cy="4713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73823" y="7310453"/>
            <a:ext cx="3011" cy="2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687929" y="6841698"/>
            <a:ext cx="585894" cy="468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00830" y="6370132"/>
            <a:ext cx="587098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97317" y="6367221"/>
            <a:ext cx="3513" cy="291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10921" y="5899972"/>
            <a:ext cx="586396" cy="4672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29444" y="5430012"/>
            <a:ext cx="581477" cy="469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927838" y="5428707"/>
            <a:ext cx="1606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39435" y="4954833"/>
            <a:ext cx="588403" cy="4738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35319" y="4951520"/>
            <a:ext cx="4115" cy="33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48924" y="4483769"/>
            <a:ext cx="586396" cy="467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66744" y="4016620"/>
            <a:ext cx="5821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164034" y="4014512"/>
            <a:ext cx="2710" cy="2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962278" y="3853609"/>
            <a:ext cx="201755" cy="1609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579947" y="3545455"/>
            <a:ext cx="382332" cy="308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503259" y="3488643"/>
            <a:ext cx="76687" cy="5681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422156" y="3438455"/>
            <a:ext cx="81104" cy="501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378392" y="3416071"/>
            <a:ext cx="43764" cy="2238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52019" y="3239610"/>
            <a:ext cx="126373" cy="1764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182257" y="3151581"/>
            <a:ext cx="69761" cy="8803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04366" y="3070778"/>
            <a:ext cx="77892" cy="808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018946" y="2997905"/>
            <a:ext cx="85420" cy="7287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926801" y="2933665"/>
            <a:ext cx="92145" cy="64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68683" y="2901042"/>
            <a:ext cx="58118" cy="326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45798" y="2847643"/>
            <a:ext cx="22886" cy="5340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90290" y="2746865"/>
            <a:ext cx="55508" cy="1007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724945" y="2652110"/>
            <a:ext cx="65345" cy="94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650466" y="2564281"/>
            <a:ext cx="74479" cy="8782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567656" y="2484382"/>
            <a:ext cx="82810" cy="798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477318" y="2413115"/>
            <a:ext cx="90338" cy="71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439476" y="2388925"/>
            <a:ext cx="37842" cy="241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413178" y="2315851"/>
            <a:ext cx="26298" cy="730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65599" y="2215475"/>
            <a:ext cx="47578" cy="10037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308486" y="2120018"/>
            <a:ext cx="57114" cy="9545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914812" y="1528102"/>
            <a:ext cx="393674" cy="591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785546" y="1298442"/>
            <a:ext cx="129266" cy="2296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313315" y="9627228"/>
            <a:ext cx="229676" cy="1842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138616" y="8683595"/>
            <a:ext cx="1174699" cy="9436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552823" y="8211828"/>
            <a:ext cx="585793" cy="4717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65925" y="7742371"/>
            <a:ext cx="586898" cy="46945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377923" y="7270002"/>
            <a:ext cx="588002" cy="4723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788416" y="6800243"/>
            <a:ext cx="589507" cy="469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203827" y="6327774"/>
            <a:ext cx="584589" cy="4724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615424" y="5853899"/>
            <a:ext cx="588403" cy="473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027824" y="5385144"/>
            <a:ext cx="587600" cy="46875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444339" y="4916991"/>
            <a:ext cx="583485" cy="46815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240174" y="4754181"/>
            <a:ext cx="204164" cy="162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855534" y="4444120"/>
            <a:ext cx="384640" cy="31006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615937" y="4334109"/>
            <a:ext cx="239597" cy="1100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313404" y="3911526"/>
            <a:ext cx="302533" cy="4225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13404" y="3911526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 flipV="1">
            <a:off x="1964498" y="3911526"/>
            <a:ext cx="348906" cy="423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808413" y="3353838"/>
            <a:ext cx="156084" cy="60004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1289068" y="3353838"/>
            <a:ext cx="519345" cy="269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90826" y="3028419"/>
            <a:ext cx="198242" cy="59522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1090826" y="2759312"/>
            <a:ext cx="256561" cy="26910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29924" y="2131662"/>
            <a:ext cx="417463" cy="62765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61544" y="1477211"/>
            <a:ext cx="368379" cy="65445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78115" y="1298442"/>
            <a:ext cx="83429" cy="1787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20040" y="3256882"/>
            <a:ext cx="270413" cy="8742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20040" y="3267801"/>
            <a:ext cx="270413" cy="7650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4461748" y="4530444"/>
            <a:ext cx="189108" cy="236285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4273042" y="4766728"/>
            <a:ext cx="188707" cy="236686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4085941" y="5003415"/>
            <a:ext cx="187101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3897134" y="5238696"/>
            <a:ext cx="188807" cy="23337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3707324" y="5472070"/>
            <a:ext cx="189811" cy="234679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3518918" y="5706748"/>
            <a:ext cx="188405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 flipV="1">
            <a:off x="3331316" y="5942029"/>
            <a:ext cx="187602" cy="235080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5576824" y="366087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129884" y="502799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3087402" y="6322353"/>
            <a:ext cx="2846258" cy="7218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 flipV="1">
            <a:off x="3087402" y="4071626"/>
            <a:ext cx="570737" cy="22507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864486" y="5316585"/>
            <a:ext cx="2846358" cy="7218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 flipV="1">
            <a:off x="5933660" y="4793428"/>
            <a:ext cx="570837" cy="22507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1280699" y="379730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(676.7 m² TOTAL)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207" name="Text 205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208" name="Text 206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209" name="Text 207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210" name="Text 208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211" name="Text 209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212" name="Text 210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213" name="Text 211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9375878" y="95148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5850980" y="66878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TCCECH.04.003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5266391" y="621536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TCCECH.03.003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4677987" y="57414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TCCECH.04.002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4090387" y="52727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TCCECH.03.002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3959698" y="535966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SBC102.01.040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3769887" y="55943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SBC102.02.037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3581482" y="58296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SBC102.01.041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3393879" y="60647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SBC102.02.038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9207347" y="59708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 259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262" name="Shape 260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2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265" name="Shape 263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5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268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274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277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Text 280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283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286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89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292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Text 295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ext 298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Text 300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P05 (EDITABLE)</a:t>
            </a:r>
            <a:endParaRPr lang="en-US" sz="1250" dirty="0"/>
          </a:p>
        </p:txBody>
      </p:sp>
      <p:sp>
        <p:nvSpPr>
          <p:cNvPr id="303" name="Text 301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 (rev _1 supersedes earlier all-NO rev)</a:t>
            </a:r>
            <a:endParaRPr lang="en-US" sz="800" dirty="0"/>
          </a:p>
        </p:txBody>
      </p:sp>
      <p:sp>
        <p:nvSpPr>
          <p:cNvPr id="304" name="Text 302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05" name="Shape 303"/>
          <p:cNvSpPr/>
          <p:nvPr/>
        </p:nvSpPr>
        <p:spPr>
          <a:xfrm>
            <a:off x="10104120" y="2057400"/>
            <a:ext cx="4709160" cy="204002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04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07" name="Text 305"/>
          <p:cNvSpPr/>
          <p:nvPr/>
        </p:nvSpPr>
        <p:spPr>
          <a:xfrm>
            <a:off x="10241280" y="2386584"/>
            <a:ext cx="4434840" cy="165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CORING AT THIS LOCATION — SECONDARY CABLES ONLY (12 RUNS)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CABLE VIA SAWCUT: 4 No. — SBC102-01/038, 01/039, 02/035, 02/036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(EP7 STOP BAR — bases per field rev _1: remove fitting &amp; protect base, NO coring)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8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SBC102-01/040, 01/041, 02/037, 02/038, TCCECH-03/002, 04/002, 03/003, 04/003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 (0.07 m — treat as within works) &amp; RRM.670: REMOVE / PROTECT / RE-FIX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</p:txBody>
      </p:sp>
      <p:sp>
        <p:nvSpPr>
          <p:cNvPr id="308" name="Shape 306"/>
          <p:cNvSpPr/>
          <p:nvPr/>
        </p:nvSpPr>
        <p:spPr>
          <a:xfrm>
            <a:off x="10104120" y="4207154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Text 307"/>
          <p:cNvSpPr/>
          <p:nvPr/>
        </p:nvSpPr>
        <p:spPr>
          <a:xfrm>
            <a:off x="10241280" y="428030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0" name="Text 308"/>
          <p:cNvSpPr/>
          <p:nvPr/>
        </p:nvSpPr>
        <p:spPr>
          <a:xfrm>
            <a:off x="10241280" y="4536338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1" name="Shape 309"/>
          <p:cNvSpPr/>
          <p:nvPr/>
        </p:nvSpPr>
        <p:spPr>
          <a:xfrm>
            <a:off x="10104120" y="6584594"/>
            <a:ext cx="4709160" cy="341985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 310"/>
          <p:cNvSpPr/>
          <p:nvPr/>
        </p:nvSpPr>
        <p:spPr>
          <a:xfrm>
            <a:off x="10241280" y="665774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3" name="Shape 311"/>
          <p:cNvSpPr/>
          <p:nvPr/>
        </p:nvSpPr>
        <p:spPr>
          <a:xfrm>
            <a:off x="10305288" y="6982358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351008" y="702807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Text 313"/>
          <p:cNvSpPr/>
          <p:nvPr/>
        </p:nvSpPr>
        <p:spPr>
          <a:xfrm>
            <a:off x="10616184" y="69686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16" name="Shape 314"/>
          <p:cNvSpPr/>
          <p:nvPr/>
        </p:nvSpPr>
        <p:spPr>
          <a:xfrm>
            <a:off x="10305288" y="7256678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351008" y="730239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Text 316"/>
          <p:cNvSpPr/>
          <p:nvPr/>
        </p:nvSpPr>
        <p:spPr>
          <a:xfrm>
            <a:off x="10616184" y="72429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19" name="Shape 317"/>
          <p:cNvSpPr/>
          <p:nvPr/>
        </p:nvSpPr>
        <p:spPr>
          <a:xfrm>
            <a:off x="10305288" y="7530998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351008" y="7576718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Text 319"/>
          <p:cNvSpPr/>
          <p:nvPr/>
        </p:nvSpPr>
        <p:spPr>
          <a:xfrm>
            <a:off x="10616184" y="75172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322" name="Shape 320"/>
          <p:cNvSpPr/>
          <p:nvPr/>
        </p:nvSpPr>
        <p:spPr>
          <a:xfrm>
            <a:off x="10351008" y="7855610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Text 321"/>
          <p:cNvSpPr/>
          <p:nvPr/>
        </p:nvSpPr>
        <p:spPr>
          <a:xfrm>
            <a:off x="10616184" y="77916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268712" y="8175650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5" name="Text 323"/>
          <p:cNvSpPr/>
          <p:nvPr/>
        </p:nvSpPr>
        <p:spPr>
          <a:xfrm>
            <a:off x="10616184" y="80659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326" name="Shape 324"/>
          <p:cNvSpPr/>
          <p:nvPr/>
        </p:nvSpPr>
        <p:spPr>
          <a:xfrm>
            <a:off x="10268712" y="8449970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7" name="Text 325"/>
          <p:cNvSpPr/>
          <p:nvPr/>
        </p:nvSpPr>
        <p:spPr>
          <a:xfrm>
            <a:off x="10616184" y="83402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28" name="Shape 326"/>
          <p:cNvSpPr/>
          <p:nvPr/>
        </p:nvSpPr>
        <p:spPr>
          <a:xfrm>
            <a:off x="10268712" y="8724290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10616184" y="86145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268712" y="8998610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1" name="Text 329"/>
          <p:cNvSpPr/>
          <p:nvPr/>
        </p:nvSpPr>
        <p:spPr>
          <a:xfrm>
            <a:off x="10616184" y="88888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32" name="Shape 330"/>
          <p:cNvSpPr/>
          <p:nvPr/>
        </p:nvSpPr>
        <p:spPr>
          <a:xfrm>
            <a:off x="10268712" y="9272930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Text 331"/>
          <p:cNvSpPr/>
          <p:nvPr/>
        </p:nvSpPr>
        <p:spPr>
          <a:xfrm>
            <a:off x="10616184" y="91632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9547250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Text 333"/>
          <p:cNvSpPr/>
          <p:nvPr/>
        </p:nvSpPr>
        <p:spPr>
          <a:xfrm>
            <a:off x="10616184" y="94375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87000" y="9739274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ext 335"/>
          <p:cNvSpPr/>
          <p:nvPr/>
        </p:nvSpPr>
        <p:spPr>
          <a:xfrm>
            <a:off x="10616184" y="97118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FIELD-GOVERNED SCOPE — TWY E (E4–E6) · REV P05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41732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verified — no works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01041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Totals: 11 core-outs (Location 1 only — no coring at Locations 2/3) · 31 secondary cable runs · 3 RRMs · 1 field-verified not affected. Edit rows as required, then align the drawing sheets to match.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b38ddd-8735-419b-ba7b-70cccd79be33}" enabled="0" method="" siteId="{94b38ddd-8735-419b-ba7b-70cccd79be3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2622</Words>
  <Application>Microsoft Office PowerPoint</Application>
  <PresentationFormat>Custom</PresentationFormat>
  <Paragraphs>461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Faheem</cp:lastModifiedBy>
  <cp:revision>1</cp:revision>
  <dcterms:created xsi:type="dcterms:W3CDTF">2026-07-28T13:45:45Z</dcterms:created>
  <dcterms:modified xsi:type="dcterms:W3CDTF">2026-07-28T13:47:42Z</dcterms:modified>
</cp:coreProperties>
</file>